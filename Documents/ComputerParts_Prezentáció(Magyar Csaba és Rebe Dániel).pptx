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303E37-5EAB-4B77-B904-D72E7C3232E0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60978-D625-4A56-9DA0-5B8F20DAB44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25220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B60978-D625-4A56-9DA0-5B8F20DAB448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072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1A1FE43-08C9-C325-4623-48FF86D293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6B0E15C-5CAE-FC7C-C613-9F6C7FFB7F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B9BD7A9-A648-29D4-9094-B8B029B33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8FF1-EA18-4B3B-9B3B-8CE01323206F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14B9534-492D-91ED-5E64-F1E6B5C30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2EBA294A-085D-D59B-FE1B-1793B1B1F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6098-6FE2-4C64-B0C7-D9AC6DC5BA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0442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6ABB95B-5ACB-F061-9503-59FBF7FBB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E07BD26-8EF4-36FD-BDBF-66D2E26341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418DA3D-5F45-01F4-B5A5-23FAC50A0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8FF1-EA18-4B3B-9B3B-8CE01323206F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9458159-89B9-AE86-0D70-089681DE3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BA36346A-83C5-75A3-FCE3-C5CC3F5EA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6098-6FE2-4C64-B0C7-D9AC6DC5BA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164361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E1509D5-7ABD-3273-2DE9-94A04DBC2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D8EEE334-33F3-242B-35CB-954FC30CFF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40288FA-5C85-8565-F732-A8009233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8FF1-EA18-4B3B-9B3B-8CE01323206F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2862091-E24D-AB6C-704E-273FC4236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5F579755-EB6C-2E0B-231B-C3F0E7011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6098-6FE2-4C64-B0C7-D9AC6DC5BA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0572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DC4EE55-D8F6-275A-6B79-EC3D831F7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402EE81-9080-F88F-4BB6-46BFD21544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E206571A-CD69-07EF-2B85-0698941879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86346F7C-5CF4-EE10-1171-ABD23ABA2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8FF1-EA18-4B3B-9B3B-8CE01323206F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80746EEA-75B8-5C69-8B5B-3916AD930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793DF28E-F670-DBF7-6F59-B318E173E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6098-6FE2-4C64-B0C7-D9AC6DC5BA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404934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7264364-72D0-F8C8-591C-36E1A20824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BA25461-9DA5-86E8-90F4-329F2F7965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8CB82570-3E5E-2AD7-AF92-0D4E4A24E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EDF8020E-A7D8-A2B4-9E6E-57C4D1FF11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48FFB177-E142-9CF0-FE62-F76738486A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289DC066-2653-5598-F42E-CFB08C9CB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8FF1-EA18-4B3B-9B3B-8CE01323206F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87F12242-B80A-3C28-CECD-4C1206865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768ABC26-2BAB-8D1B-4CBC-BF1C4C6FD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6098-6FE2-4C64-B0C7-D9AC6DC5BA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02183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BBEED63-BE25-BC2C-5A80-7B202F93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C7FB4486-B2EA-FF71-2CB5-789133C5B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8FF1-EA18-4B3B-9B3B-8CE01323206F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C324D0B9-30E3-7B78-B62B-08CB23B96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72FD4E1-AE89-C8ED-1477-90AFD30F3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6098-6FE2-4C64-B0C7-D9AC6DC5BA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55240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4C265793-ECF4-6E59-7166-62C87518E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8FF1-EA18-4B3B-9B3B-8CE01323206F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9EF882A-7A11-1FBB-D421-7375A5B2F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9D0C5354-5831-2770-14C2-7033C1330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6098-6FE2-4C64-B0C7-D9AC6DC5BA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027112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60FCB6-01E1-FD8F-5679-12A18DEF7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D52408D5-76C4-FF11-7ABF-30E038BA8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2F52A6F4-08C7-3306-4E8F-4F8A228AFA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A596793B-C141-4F18-E98F-10910C20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8FF1-EA18-4B3B-9B3B-8CE01323206F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00A24B6D-E37C-15E3-C5A9-1DCD2A95C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94462422-526E-2844-A4DF-97208DC12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6098-6FE2-4C64-B0C7-D9AC6DC5BA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2004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CECB58B-4F25-A660-07F6-5C2DB4EDF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00A9756D-BEA0-1A5A-2611-F9ADD97E59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8E1EB621-A198-F29C-E8D5-C07BC4E548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CF6F5FD6-ACD3-06A4-375C-A45F38EDD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8FF1-EA18-4B3B-9B3B-8CE01323206F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DDFA2580-A878-77D5-9403-4256B48EC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32CE95F2-8A9E-3DDC-0857-686CB1971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6098-6FE2-4C64-B0C7-D9AC6DC5BA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34792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1888644-23D7-D946-28E7-720959F40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5DB1541A-20B2-E7EB-597C-185B4CE03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3BCF74F-6502-8F37-2AF1-CBF7B7E1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8FF1-EA18-4B3B-9B3B-8CE01323206F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61F7564A-5923-3362-5099-EF3D9491D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399A291-E49F-D361-754C-16FB3A72A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6098-6FE2-4C64-B0C7-D9AC6DC5BA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53371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C0B49016-853A-4B18-AD99-6FD6A1217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A4943E1-8CD4-3A29-9EF0-79DAAA778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715BD6F-0BBE-33F2-8650-ACA145884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78FF1-EA18-4B3B-9B3B-8CE01323206F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83F932BA-2E57-E813-FE6C-7C473A82B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44BAB46-DDC3-C82D-080B-E65CF22FD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F6098-6FE2-4C64-B0C7-D9AC6DC5BA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66229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708E3956-2788-02D4-8678-08CE51DD5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7B1110B-1E32-0498-DC23-E75FE17A1F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1B1A15A-78AC-0447-CF55-00E4C71A7C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F78FF1-EA18-4B3B-9B3B-8CE01323206F}" type="datetimeFigureOut">
              <a:rPr lang="hu-HU" smtClean="0"/>
              <a:t>2026. 04. 12.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5F85327D-915C-9A7F-832B-C640F18507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850F7D30-E2C7-9A44-22A4-7F8296C6D2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F6098-6FE2-4C64-B0C7-D9AC6DC5BA30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55786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2D9B6905-63C2-06E1-2A77-D67684FC22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9" y="0"/>
            <a:ext cx="121833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2809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BCE3D87E-A0EA-07BC-E44E-BD624F45F5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6095"/>
          <a:stretch>
            <a:fillRect/>
          </a:stretch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008886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CD8D5321-6709-8903-DFC0-08BC75D9AD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75" r="1" b="1"/>
          <a:stretch>
            <a:fillRect/>
          </a:stretch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682315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9CE33FA4-9FD9-8917-EDDE-B49C146D0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3" r="1" b="3692"/>
          <a:stretch>
            <a:fillRect/>
          </a:stretch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808113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488F6572-3D32-0F7F-C0FB-5B35E4E34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6095"/>
          <a:stretch>
            <a:fillRect/>
          </a:stretch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3496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C1ECE3AB-6929-0AE8-C16F-58EEDA4CAB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" r="1" b="5933"/>
          <a:stretch>
            <a:fillRect/>
          </a:stretch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4237407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8F035960-3196-6806-83E3-30E266D9B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5676"/>
          <a:stretch>
            <a:fillRect/>
          </a:stretch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689006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B685A775-EEE9-FA85-AF09-44560347B4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5253"/>
          <a:stretch>
            <a:fillRect/>
          </a:stretch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114024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EDB4DBEB-A996-992E-D2B7-033E9BCCA1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5676"/>
          <a:stretch>
            <a:fillRect/>
          </a:stretch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26668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E4D52E8A-2E89-639F-2F3B-9C72D0F97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0867"/>
          <a:stretch>
            <a:fillRect/>
          </a:stretch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01197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D2CCB12A-2347-0AAE-B503-42EA202191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6095"/>
          <a:stretch>
            <a:fillRect/>
          </a:stretch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8553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7906DC52-BB5C-00E7-5608-A8EE5A5CFB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5253"/>
          <a:stretch>
            <a:fillRect/>
          </a:stretch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490634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0C771D3E-B51C-6387-4FF1-A2D3F024F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6511"/>
          <a:stretch>
            <a:fillRect/>
          </a:stretch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385074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51ECBB7A-4166-BD26-03E0-FC448770F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5676"/>
          <a:stretch>
            <a:fillRect/>
          </a:stretch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2167304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1">
            <a:extLst>
              <a:ext uri="{FF2B5EF4-FFF2-40B4-BE49-F238E27FC236}">
                <a16:creationId xmlns:a16="http://schemas.microsoft.com/office/drawing/2014/main" id="{58454601-8C5B-41C4-8012-BF42AE4E1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1" name="Oval 12">
              <a:extLst>
                <a:ext uri="{FF2B5EF4-FFF2-40B4-BE49-F238E27FC236}">
                  <a16:creationId xmlns:a16="http://schemas.microsoft.com/office/drawing/2014/main" id="{7DC402C5-77D9-4E58-85B2-94FDC4305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13">
              <a:extLst>
                <a:ext uri="{FF2B5EF4-FFF2-40B4-BE49-F238E27FC236}">
                  <a16:creationId xmlns:a16="http://schemas.microsoft.com/office/drawing/2014/main" id="{1D68ED91-A5B1-47B2-93BF-9A7136A89B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E7D0AA1-7663-4AEB-906F-8C1983487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D0B5082-766B-4B9B-95AE-8345369B68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C6EA71F2-5221-4164-8741-7AFF97E221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53567A6-853B-47EF-8846-22A1C04687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Kép 2">
            <a:extLst>
              <a:ext uri="{FF2B5EF4-FFF2-40B4-BE49-F238E27FC236}">
                <a16:creationId xmlns:a16="http://schemas.microsoft.com/office/drawing/2014/main" id="{889A3DD4-E96D-1307-3189-C78D63EFCF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5253"/>
          <a:stretch>
            <a:fillRect/>
          </a:stretch>
        </p:blipFill>
        <p:spPr>
          <a:xfrm>
            <a:off x="746190" y="491900"/>
            <a:ext cx="10721907" cy="5663518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2993EE7D-6C2F-43A3-9C60-0C79DB9E52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588843" y="626533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F4095D5-6DE8-4CF4-8418-1C6822E16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3CD50F6-3A5C-4547-BD23-ACBD8E391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912E168-78F1-4E05-A8A5-65F2BAF596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315E977-7B29-4DD8-9B9E-C63D97DF30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051794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</Words>
  <Application>Microsoft Office PowerPoint</Application>
  <PresentationFormat>Szélesvásznú</PresentationFormat>
  <Paragraphs>1</Paragraphs>
  <Slides>15</Slides>
  <Notes>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H4RDC0R3 TH3R34l</dc:creator>
  <cp:lastModifiedBy>H4RDC0R3 TH3R34l</cp:lastModifiedBy>
  <cp:revision>1</cp:revision>
  <dcterms:created xsi:type="dcterms:W3CDTF">2026-04-12T14:17:22Z</dcterms:created>
  <dcterms:modified xsi:type="dcterms:W3CDTF">2026-04-12T14:23:01Z</dcterms:modified>
</cp:coreProperties>
</file>